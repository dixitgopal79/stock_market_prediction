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Stock Market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Gopal Dixit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Predict stock closing prices using ML models</a:t>
            </a:r>
          </a:p>
          <a:p>
            <a:pPr/>
            <a:r>
              <a:t>Models: Random Forest, Decision Tree, KNN</a:t>
            </a:r>
          </a:p>
          <a:p>
            <a:pPr/>
            <a:r>
              <a:t>Compare performance using evaluation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Stock market CSV dataset</a:t>
            </a:r>
          </a:p>
          <a:p>
            <a:pPr/>
            <a:r>
              <a:t>Features: Open, High, Low, Volume</a:t>
            </a:r>
          </a:p>
          <a:p>
            <a:pPr/>
            <a:r>
              <a:t>Target: Close price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Python, Pandas, NumPy</a:t>
            </a:r>
          </a:p>
          <a:p>
            <a:pPr/>
            <a:r>
              <a:t>Matplotlib, Seaborn</a:t>
            </a:r>
          </a:p>
          <a:p>
            <a:pPr/>
            <a:r>
              <a:t>Scikit-learn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Loading &amp; Preprocessing</a:t>
            </a:r>
          </a:p>
          <a:p>
            <a:pPr/>
            <a:r>
              <a:t>Train-Test Split</a:t>
            </a:r>
          </a:p>
          <a:p>
            <a:pPr/>
            <a:r>
              <a:t>Feature Scaling (MinMaxScaler)</a:t>
            </a:r>
          </a:p>
          <a:p>
            <a:pPr/>
            <a:r>
              <a:t>Model Training &amp; Prediction</a:t>
            </a:r>
          </a:p>
          <a:p>
            <a:pPr/>
            <a:r>
              <a:t>Evaluation &amp;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Random Forest – high accuracy</a:t>
            </a:r>
          </a:p>
          <a:p>
            <a:pPr/>
            <a:r>
              <a:t>Decision Tree – simple &amp; interpretable</a:t>
            </a:r>
          </a:p>
          <a:p>
            <a:pPr/>
            <a:r>
              <a:t>KNN – distance-based, needs scaling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R2 Score</a:t>
            </a:r>
          </a:p>
          <a:p>
            <a:pPr/>
            <a:r>
              <a:t>MAE (Mean Absolute Error)</a:t>
            </a:r>
          </a:p>
          <a:p>
            <a:pPr/>
            <a:r>
              <a:t>MSE &amp; RMSE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Random Forest performed best</a:t>
            </a:r>
          </a:p>
          <a:p>
            <a:pPr/>
            <a:r>
              <a:t>Decision Tree gave moderate results</a:t>
            </a:r>
          </a:p>
          <a:p>
            <a:pPr/>
            <a:r>
              <a:t>KNN performance depends on scaling &amp; K value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Bar graph for model comparison</a:t>
            </a:r>
          </a:p>
          <a:p>
            <a:pPr/>
            <a:r>
              <a:t>Actual vs Predicted graph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Random Forest is most reliable</a:t>
            </a:r>
          </a:p>
          <a:p>
            <a:pPr/>
            <a:r>
              <a:t>Scaling improves KNN performance</a:t>
            </a:r>
          </a:p>
          <a:p>
            <a:pPr/>
            <a:r>
              <a:t>Model tuning can increase accuracy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 more features like technical indicators</a:t>
            </a:r>
          </a:p>
          <a:p>
            <a:pPr/>
            <a:r>
              <a:t>Try deep learning models</a:t>
            </a:r>
          </a:p>
          <a:p>
            <a:pPr/>
            <a:r>
              <a:t>Real-time prediction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